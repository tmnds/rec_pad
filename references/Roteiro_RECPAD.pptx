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228DB-AA61-F745-E52C-B4424D3B5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579C36-42B4-AD7A-B11C-8676FDA3CC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E2CFFD-E2B2-C438-4FCC-335E94ED2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DEF2D7-CC26-542B-A1BC-B40E89B5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D9EE8-270B-B53C-5DDF-A815FBF3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02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A0A34-AD33-F800-BB96-FE1F8DBC7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D5357-393E-6E8A-2F6D-E956D1876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ECEBCB-A67A-6A33-7720-C581CDD98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84DE57-7B69-02CC-08A6-0F1F8377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4733F4-68E8-6570-1A1F-4A6939A9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62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A7219-D82C-2B57-6453-EF9850C0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795636-02FF-7F5D-A974-19BF05CD9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3667DC-F7BB-3C36-749E-0AB35301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5DC4B8-CE9E-3D31-89A2-6E4A6496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D29C22-32DC-2035-6728-8A738B3E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12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781A3-823F-9FE0-5FC8-BA469999D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9FD3C4-0CE8-782A-E7CE-7E63ADF8C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300F9C-D906-12E4-B441-A581DBC0D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CB3B4F-397F-343D-C6F8-7049514AD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811F22-DCD0-42E2-D478-F449CE89F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A4D255-E92A-0B9C-C43C-58E6D0EB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4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C8CDC-6EA8-491E-19C6-1935E4BA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BFBC86-6C00-D517-A23C-3E169C77F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B6BAB0-9391-A594-6DC4-D71B68FFB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043753F-F192-8966-C9BD-C87E747FE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57C21A0-0EEE-A1D9-A931-7B86AC5121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DD66C7-BE6B-88A0-32D1-FE4AA1112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8861B43-AD4C-E691-EADB-155B6143F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7F527F-93C7-7317-DF03-7F2B9C0D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760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1824F-6D50-C764-9A60-E5247D67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4F15A15-844A-8430-CC7F-E3732120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B7B00-E2BA-8019-6DD4-E4207D672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CA170C-9F5C-9849-96AC-E2A78966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089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D6AE6A0-9545-E03E-E8A7-B2869FE4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3139B7A-EFB2-B1FA-98E5-AD8B51FD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AD3BFA-7190-88C5-DD6D-854A58DB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430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CB736-D46D-87B4-EDA7-4A8431F6A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9E1BBA-BE6D-1FA9-38AD-219D1FF27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39F45AA-4D11-9D18-F789-F052E1507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17AB0A-D62C-9804-EA1B-2B484064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D6B107-8A64-ECDF-F99F-46FFE80D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50C5F1-D5A4-A41B-5C0C-08E983C8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40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893FD-4589-7409-4DED-4CA4644D4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8E90624-16EE-2FAA-612C-B84658821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17567F-5BEC-A32A-5C1B-11B82B729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3404BA-18FC-41DC-130F-49B957FDE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661E17F-4996-40AB-51AA-9C3601A8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0D45EE-C4D1-E372-CE3A-2E6D15FB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11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90F92-DDA9-D868-048E-E0C2382BF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CA33BB-3D4B-D450-9DBE-95035232D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078C1-1F0A-DD02-9587-CCC3378E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9123E9-7BD7-8E77-F88E-6F2D2007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75F4C9-83F8-C3CB-EB6B-69FE87A9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503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167EB8-0B1D-56AD-4B64-47188B913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36A153-1A27-A491-34E4-F2718096E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A3F2A7-D5C7-C721-3EDE-10CB61A6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D9EF4-4AA6-6E54-D659-BB878288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063218-CC2C-EED8-0D82-671EF323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19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E76BB08-7B10-87D7-FA4E-A617173E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50B5FBC-BCCD-4AFB-40ED-FDDBC7A61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47C558-C827-5234-D89E-082EE5577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1BA2F-38AE-4252-92CA-02613C4E32D6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BD412A-5A9D-C064-8A1E-DD18DCA00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922E35-C061-7B55-A9E7-083D71AF0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45C14-67D9-473C-AE01-9D56C00A2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26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D0727-C2E2-43F8-C0D7-AA7E03D9D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Título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1F489B-1DD5-CD0A-C3C0-DC9994761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Aluno(s)</a:t>
            </a:r>
          </a:p>
        </p:txBody>
      </p:sp>
    </p:spTree>
    <p:extLst>
      <p:ext uri="{BB962C8B-B14F-4D97-AF65-F5344CB8AC3E}">
        <p14:creationId xmlns:p14="http://schemas.microsoft.com/office/powerpoint/2010/main" val="269638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C43DF-304E-5984-3AD4-4C2FF32F1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Introdução/Motivação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DD3007-9C26-FE5F-EE39-CBA01BF3B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Descrever o problema da computação sendo tratado.</a:t>
            </a:r>
          </a:p>
          <a:p>
            <a:pPr lvl="1"/>
            <a:r>
              <a:rPr lang="pt-BR" dirty="0"/>
              <a:t>Observem que a aplicação não está sendo considerada nesse momento.</a:t>
            </a:r>
          </a:p>
          <a:p>
            <a:r>
              <a:rPr lang="pt-BR" dirty="0"/>
              <a:t>Quais métodos da literatura foram usados para o mesmo fim.</a:t>
            </a:r>
          </a:p>
          <a:p>
            <a:r>
              <a:rPr lang="pt-BR" dirty="0"/>
              <a:t>Justificar a solução proposta.</a:t>
            </a:r>
          </a:p>
          <a:p>
            <a:r>
              <a:rPr lang="pt-BR" dirty="0"/>
              <a:t>Explicar porque a solução proposta é promissora.</a:t>
            </a:r>
          </a:p>
        </p:txBody>
      </p:sp>
    </p:spTree>
    <p:extLst>
      <p:ext uri="{BB962C8B-B14F-4D97-AF65-F5344CB8AC3E}">
        <p14:creationId xmlns:p14="http://schemas.microsoft.com/office/powerpoint/2010/main" val="416274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62AA2-9A25-A641-6492-D4F12C7D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proposto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FA2B63-C2CD-E9CE-202F-83908249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Elaborar um diagrama explicando o sistema híbrido proposto</a:t>
            </a:r>
          </a:p>
          <a:p>
            <a:r>
              <a:rPr lang="pt-BR" dirty="0"/>
              <a:t>Explicar o método proposto.</a:t>
            </a:r>
          </a:p>
        </p:txBody>
      </p:sp>
    </p:spTree>
    <p:extLst>
      <p:ext uri="{BB962C8B-B14F-4D97-AF65-F5344CB8AC3E}">
        <p14:creationId xmlns:p14="http://schemas.microsoft.com/office/powerpoint/2010/main" val="18382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FCEE8-F96D-52DE-BB2A-1C9F88E0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34C279-6357-AE19-C09A-4080D0FF0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Apresentar as bases sendo utilizadas</a:t>
            </a:r>
          </a:p>
          <a:p>
            <a:r>
              <a:rPr lang="pt-BR" dirty="0"/>
              <a:t>Apresentar o processo de seleção de parâmetros dos métodos</a:t>
            </a:r>
          </a:p>
          <a:p>
            <a:r>
              <a:rPr lang="pt-BR" dirty="0"/>
              <a:t>Apresentar o protocolo experimental utilizado</a:t>
            </a:r>
          </a:p>
        </p:txBody>
      </p:sp>
    </p:spTree>
    <p:extLst>
      <p:ext uri="{BB962C8B-B14F-4D97-AF65-F5344CB8AC3E}">
        <p14:creationId xmlns:p14="http://schemas.microsoft.com/office/powerpoint/2010/main" val="549950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236DC-C7BF-AE0D-E108-C3964DFB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3E1AFD-6974-BC62-218B-BAFD8C468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Elaborar tabelas de resultado</a:t>
            </a:r>
          </a:p>
          <a:p>
            <a:pPr lvl="1"/>
            <a:r>
              <a:rPr lang="pt-BR" dirty="0"/>
              <a:t>Definir métricas de avaliação</a:t>
            </a:r>
          </a:p>
          <a:p>
            <a:r>
              <a:rPr lang="pt-BR" dirty="0"/>
              <a:t>Apresentar o teste de hipótese.</a:t>
            </a:r>
          </a:p>
          <a:p>
            <a:pPr lvl="1"/>
            <a:r>
              <a:rPr lang="pt-BR" dirty="0"/>
              <a:t>Gráfico de distância crítica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791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61C0D-FF87-6569-811E-A3EA2A53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852CC5-08BF-23D4-8087-EAC2D3C66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método proposto atingiu o resultado esperado? </a:t>
            </a:r>
          </a:p>
          <a:p>
            <a:r>
              <a:rPr lang="pt-BR"/>
              <a:t>Porque?</a:t>
            </a:r>
          </a:p>
        </p:txBody>
      </p:sp>
    </p:spTree>
    <p:extLst>
      <p:ext uri="{BB962C8B-B14F-4D97-AF65-F5344CB8AC3E}">
        <p14:creationId xmlns:p14="http://schemas.microsoft.com/office/powerpoint/2010/main" val="1566556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Título </vt:lpstr>
      <vt:lpstr>Introdução/Motivação</vt:lpstr>
      <vt:lpstr>Método proposto</vt:lpstr>
      <vt:lpstr>Experimentos</vt:lpstr>
      <vt:lpstr>Resultados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Fausto Lorenzato</dc:creator>
  <cp:lastModifiedBy>Fausto Lorenzato</cp:lastModifiedBy>
  <cp:revision>1</cp:revision>
  <dcterms:created xsi:type="dcterms:W3CDTF">2026-06-29T10:05:10Z</dcterms:created>
  <dcterms:modified xsi:type="dcterms:W3CDTF">2026-06-29T10:10:42Z</dcterms:modified>
</cp:coreProperties>
</file>